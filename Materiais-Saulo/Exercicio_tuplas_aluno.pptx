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73" r:id="rId2"/>
    <p:sldId id="256" r:id="rId3"/>
    <p:sldId id="281" r:id="rId4"/>
    <p:sldId id="284" r:id="rId5"/>
    <p:sldId id="280" r:id="rId6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Estilo Claro 2 - Ênfase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588498" y="2897944"/>
            <a:ext cx="11380764" cy="1170576"/>
          </a:xfrm>
        </p:spPr>
        <p:txBody>
          <a:bodyPr anchor="b"/>
          <a:lstStyle>
            <a:lvl1pPr algn="ctr">
              <a:defRPr sz="6000">
                <a:solidFill>
                  <a:schemeClr val="accent1">
                    <a:lumMod val="5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706880" y="4130998"/>
            <a:ext cx="9144000" cy="730810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accent1">
                    <a:lumMod val="5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2BF85-54FF-46CE-B398-87F998CFD60B}" type="datetimeFigureOut">
              <a:rPr lang="pt-BR" smtClean="0"/>
              <a:pPr/>
              <a:t>20/10/2026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85252-FBA3-417A-8652-C405B89605D8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308970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224449"/>
            <a:ext cx="12023188" cy="858764"/>
          </a:xfrm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17694" y="1291053"/>
            <a:ext cx="11705493" cy="4351338"/>
          </a:xfrm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defRPr>
            </a:lvl1pPr>
            <a:lvl2pPr>
              <a:defRPr>
                <a:solidFill>
                  <a:schemeClr val="accent1">
                    <a:lumMod val="5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defRPr>
            </a:lvl2pPr>
            <a:lvl3pPr>
              <a:defRPr>
                <a:solidFill>
                  <a:schemeClr val="accent1">
                    <a:lumMod val="5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defRPr>
            </a:lvl3pPr>
            <a:lvl4pPr>
              <a:defRPr>
                <a:solidFill>
                  <a:schemeClr val="accent1">
                    <a:lumMod val="5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defRPr>
            </a:lvl4pPr>
            <a:lvl5pPr>
              <a:defRPr>
                <a:solidFill>
                  <a:schemeClr val="accent1">
                    <a:lumMod val="5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defRPr>
            </a:lvl5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2BF85-54FF-46CE-B398-87F998CFD60B}" type="datetimeFigureOut">
              <a:rPr lang="pt-BR" smtClean="0"/>
              <a:pPr/>
              <a:t>20/10/2026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85252-FBA3-417A-8652-C405B89605D8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170019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513984"/>
            <a:ext cx="10515600" cy="3467173"/>
          </a:xfrm>
        </p:spPr>
        <p:txBody>
          <a:bodyPr anchor="b">
            <a:normAutofit/>
          </a:bodyPr>
          <a:lstStyle>
            <a:lvl1pPr>
              <a:defRPr sz="5400">
                <a:solidFill>
                  <a:schemeClr val="accent1">
                    <a:lumMod val="5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3981157"/>
            <a:ext cx="10515600" cy="912739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dirty="0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2BF85-54FF-46CE-B398-87F998CFD60B}" type="datetimeFigureOut">
              <a:rPr lang="pt-BR" smtClean="0"/>
              <a:pPr/>
              <a:t>20/10/2026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85252-FBA3-417A-8652-C405B89605D8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353211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154111"/>
            <a:ext cx="12192000" cy="830628"/>
          </a:xfrm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2BF85-54FF-46CE-B398-87F998CFD60B}" type="datetimeFigureOut">
              <a:rPr lang="pt-BR" smtClean="0"/>
              <a:pPr/>
              <a:t>20/10/2026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85252-FBA3-417A-8652-C405B89605D8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979247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2BF85-54FF-46CE-B398-87F998CFD60B}" type="datetimeFigureOut">
              <a:rPr lang="pt-BR" smtClean="0"/>
              <a:pPr/>
              <a:t>20/10/2026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85252-FBA3-417A-8652-C405B89605D8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346710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154110"/>
            <a:ext cx="12192000" cy="985373"/>
          </a:xfrm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2BF85-54FF-46CE-B398-87F998CFD60B}" type="datetimeFigureOut">
              <a:rPr lang="pt-BR" smtClean="0"/>
              <a:pPr/>
              <a:t>20/10/2026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85252-FBA3-417A-8652-C405B89605D8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493528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2BF85-54FF-46CE-B398-87F998CFD60B}" type="datetimeFigureOut">
              <a:rPr lang="pt-BR" smtClean="0"/>
              <a:pPr/>
              <a:t>20/10/2026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85252-FBA3-417A-8652-C405B89605D8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515713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2BF85-54FF-46CE-B398-87F998CFD60B}" type="datetimeFigureOut">
              <a:rPr lang="pt-BR" smtClean="0"/>
              <a:pPr/>
              <a:t>20/10/2026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85252-FBA3-417A-8652-C405B89605D8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922029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2BF85-54FF-46CE-B398-87F998CFD60B}" type="datetimeFigureOut">
              <a:rPr lang="pt-BR" smtClean="0"/>
              <a:pPr/>
              <a:t>20/10/2026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85252-FBA3-417A-8652-C405B89605D8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345968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2BF85-54FF-46CE-B398-87F998CFD60B}" type="datetimeFigureOut">
              <a:rPr lang="pt-BR" smtClean="0"/>
              <a:pPr/>
              <a:t>20/10/2026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85252-FBA3-417A-8652-C405B89605D8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252858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2BF85-54FF-46CE-B398-87F998CFD60B}" type="datetimeFigureOut">
              <a:rPr lang="pt-BR" smtClean="0"/>
              <a:pPr/>
              <a:t>20/10/2026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85252-FBA3-417A-8652-C405B89605D8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493295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0" y="154111"/>
            <a:ext cx="12192000" cy="10416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275490" y="1310861"/>
            <a:ext cx="11583573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dirty="0"/>
              <a:t>Clique para editar 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42BF85-54FF-46CE-B398-87F998CFD60B}" type="datetimeFigureOut">
              <a:rPr lang="pt-BR" smtClean="0"/>
              <a:pPr/>
              <a:t>20/10/2026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185252-FBA3-417A-8652-C405B89605D8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162881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Helvetica" panose="020B0604020202020204" pitchFamily="34" charset="0"/>
          <a:ea typeface="+mj-ea"/>
          <a:cs typeface="Helvetica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1">
              <a:lumMod val="50000"/>
            </a:schemeClr>
          </a:solidFill>
          <a:latin typeface="Helvetica" panose="020B0604020202020204" pitchFamily="34" charset="0"/>
          <a:ea typeface="+mn-ea"/>
          <a:cs typeface="Helvetica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Helvetica" panose="020B0604020202020204" pitchFamily="34" charset="0"/>
          <a:ea typeface="+mn-ea"/>
          <a:cs typeface="Helvetica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1">
              <a:lumMod val="50000"/>
            </a:schemeClr>
          </a:solidFill>
          <a:latin typeface="Helvetica" panose="020B0604020202020204" pitchFamily="34" charset="0"/>
          <a:ea typeface="+mn-ea"/>
          <a:cs typeface="Helvetica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1">
              <a:lumMod val="50000"/>
            </a:schemeClr>
          </a:solidFill>
          <a:latin typeface="Helvetica" panose="020B0604020202020204" pitchFamily="34" charset="0"/>
          <a:ea typeface="+mn-ea"/>
          <a:cs typeface="Helvetica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1">
              <a:lumMod val="50000"/>
            </a:schemeClr>
          </a:solidFill>
          <a:latin typeface="Helvetica" panose="020B0604020202020204" pitchFamily="34" charset="0"/>
          <a:ea typeface="+mn-ea"/>
          <a:cs typeface="Helvetica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ctrTitle"/>
          </p:nvPr>
        </p:nvSpPr>
        <p:spPr>
          <a:xfrm>
            <a:off x="405618" y="2615112"/>
            <a:ext cx="11380764" cy="1170576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pt-BR" sz="3600" dirty="0">
                <a:solidFill>
                  <a:srgbClr val="0070C0"/>
                </a:solidFill>
                <a:latin typeface="Verdana" panose="020B0604030504040204" pitchFamily="34" charset="0"/>
              </a:rPr>
              <a:t>Desing de Software II</a:t>
            </a:r>
            <a:endParaRPr lang="pt-BR" sz="3600" dirty="0"/>
          </a:p>
        </p:txBody>
      </p:sp>
      <p:sp>
        <p:nvSpPr>
          <p:cNvPr id="5" name="Subtítulo 4"/>
          <p:cNvSpPr>
            <a:spLocks noGrp="1"/>
          </p:cNvSpPr>
          <p:nvPr>
            <p:ph type="subTitle" idx="1"/>
          </p:nvPr>
        </p:nvSpPr>
        <p:spPr>
          <a:xfrm>
            <a:off x="1303606" y="4528638"/>
            <a:ext cx="9584788" cy="1170575"/>
          </a:xfrm>
        </p:spPr>
        <p:txBody>
          <a:bodyPr>
            <a:noAutofit/>
          </a:bodyPr>
          <a:lstStyle/>
          <a:p>
            <a:pPr lvl="0" algn="l">
              <a:spcBef>
                <a:spcPts val="1200"/>
              </a:spcBef>
              <a:spcAft>
                <a:spcPts val="200"/>
              </a:spcAft>
              <a:buClr>
                <a:srgbClr val="E48312"/>
              </a:buClr>
              <a:buSzPct val="100000"/>
            </a:pPr>
            <a:r>
              <a:rPr lang="pt-BR" b="1" cap="all" spc="200" dirty="0">
                <a:solidFill>
                  <a:srgbClr val="637052"/>
                </a:solidFill>
                <a:latin typeface="Calibri Light" panose="020F0302020204030204"/>
                <a:cs typeface="+mn-cs"/>
              </a:rPr>
              <a:t>Prof. Saulo r. Benatti</a:t>
            </a:r>
          </a:p>
        </p:txBody>
      </p:sp>
    </p:spTree>
    <p:extLst>
      <p:ext uri="{BB962C8B-B14F-4D97-AF65-F5344CB8AC3E}">
        <p14:creationId xmlns:p14="http://schemas.microsoft.com/office/powerpoint/2010/main" val="25697977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pt-BR" b="1" dirty="0"/>
              <a:t>Exercício de Tuplas</a:t>
            </a:r>
            <a:endParaRPr lang="pt-BR" dirty="0"/>
          </a:p>
        </p:txBody>
      </p:sp>
      <p:sp>
        <p:nvSpPr>
          <p:cNvPr id="5" name="Subtítulo 4">
            <a:extLst>
              <a:ext uri="{FF2B5EF4-FFF2-40B4-BE49-F238E27FC236}">
                <a16:creationId xmlns:a16="http://schemas.microsoft.com/office/drawing/2014/main" id="{316BBF59-F166-2AB5-0631-874DE40A492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/>
              <a:t>Aula 2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108665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127448-02A6-7E30-B2A5-AF0CE02802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84A9381-B982-2BEF-36DF-083DB48F20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Uma escola deseja armazenar as notas de um aluno utilizando uma tupla em Python.</a:t>
            </a:r>
          </a:p>
          <a:p>
            <a:r>
              <a:rPr lang="pt-BR" dirty="0"/>
              <a:t>Crie um programa que:</a:t>
            </a:r>
          </a:p>
          <a:p>
            <a:r>
              <a:rPr lang="pt-BR" dirty="0"/>
              <a:t>Armazene quatro notas em uma tupla.</a:t>
            </a:r>
          </a:p>
          <a:p>
            <a:r>
              <a:rPr lang="pt-BR" dirty="0"/>
              <a:t>Exiba todas as notas.</a:t>
            </a:r>
          </a:p>
          <a:p>
            <a:r>
              <a:rPr lang="pt-BR" dirty="0"/>
              <a:t>Calcule e exiba a média das notas.</a:t>
            </a:r>
          </a:p>
          <a:p>
            <a:r>
              <a:rPr lang="pt-BR" dirty="0"/>
              <a:t>Mostre a maior e a menor nota.</a:t>
            </a:r>
          </a:p>
          <a:p>
            <a:r>
              <a:rPr lang="pt-BR" dirty="0"/>
              <a:t>Verifique se o aluno foi aprovado, considerando a média mínima igual a 6,0.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536283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590F35-695B-D350-2AB0-2BFA709C6F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4B609D4-0FFF-0C1D-6E33-9C296CABE1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dirty="0"/>
              <a:t>Uma loja deseja armazenar informações sobre um produto em uma tupla.</a:t>
            </a:r>
          </a:p>
          <a:p>
            <a:pPr marL="0" indent="0">
              <a:buNone/>
            </a:pPr>
            <a:r>
              <a:rPr lang="pt-BR" dirty="0"/>
              <a:t>Crie uma tupla chamada produto contendo:</a:t>
            </a:r>
          </a:p>
          <a:p>
            <a:r>
              <a:rPr lang="pt-BR" dirty="0"/>
              <a:t>Nome do produto: “teclado”</a:t>
            </a:r>
          </a:p>
          <a:p>
            <a:r>
              <a:rPr lang="pt-BR" dirty="0"/>
              <a:t>Preço: 120.00</a:t>
            </a:r>
          </a:p>
          <a:p>
            <a:r>
              <a:rPr lang="pt-BR" dirty="0"/>
              <a:t>Quantidade em estoque: 15</a:t>
            </a:r>
          </a:p>
          <a:p>
            <a:r>
              <a:rPr lang="pt-BR" dirty="0"/>
              <a:t>O programa deverá exibir o nome, o preço e a quantidade em estoque, além de calcular o valor total do estoque desse produto.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174107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aixaDeTexto 13">
            <a:extLst>
              <a:ext uri="{FF2B5EF4-FFF2-40B4-BE49-F238E27FC236}">
                <a16:creationId xmlns:a16="http://schemas.microsoft.com/office/drawing/2014/main" id="{02924DCF-9540-5BC7-EBCF-4E194D12FDB1}"/>
              </a:ext>
            </a:extLst>
          </p:cNvPr>
          <p:cNvSpPr txBox="1"/>
          <p:nvPr/>
        </p:nvSpPr>
        <p:spPr>
          <a:xfrm>
            <a:off x="5169271" y="3013501"/>
            <a:ext cx="116891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800" b="1" dirty="0"/>
              <a:t>FIM</a:t>
            </a:r>
          </a:p>
        </p:txBody>
      </p:sp>
    </p:spTree>
    <p:extLst>
      <p:ext uri="{BB962C8B-B14F-4D97-AF65-F5344CB8AC3E}">
        <p14:creationId xmlns:p14="http://schemas.microsoft.com/office/powerpoint/2010/main" val="48433347"/>
      </p:ext>
    </p:extLst>
  </p:cSld>
  <p:clrMapOvr>
    <a:masterClrMapping/>
  </p:clrMapOvr>
</p:sld>
</file>

<file path=ppt/theme/theme1.xml><?xml version="1.0" encoding="utf-8"?>
<a:theme xmlns:a="http://schemas.openxmlformats.org/drawingml/2006/main" name="1_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Escritório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729</TotalTime>
  <Words>139</Words>
  <Application>Microsoft Office PowerPoint</Application>
  <PresentationFormat>Widescreen</PresentationFormat>
  <Paragraphs>18</Paragraphs>
  <Slides>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11" baseType="lpstr">
      <vt:lpstr>Arial</vt:lpstr>
      <vt:lpstr>Calibri</vt:lpstr>
      <vt:lpstr>Calibri Light</vt:lpstr>
      <vt:lpstr>Helvetica</vt:lpstr>
      <vt:lpstr>Verdana</vt:lpstr>
      <vt:lpstr>1_Tema do Office</vt:lpstr>
      <vt:lpstr>Desing de Software II</vt:lpstr>
      <vt:lpstr>Exercício de Tuplas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senai</dc:creator>
  <cp:lastModifiedBy>SAULO RODRIGO BENATTI</cp:lastModifiedBy>
  <cp:revision>493</cp:revision>
  <dcterms:created xsi:type="dcterms:W3CDTF">2024-07-03T23:15:04Z</dcterms:created>
  <dcterms:modified xsi:type="dcterms:W3CDTF">2026-10-20T11:22:11Z</dcterms:modified>
</cp:coreProperties>
</file>